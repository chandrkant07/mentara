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E5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91DCC-CD9B-9698-A1D2-FB0BB5651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62EAA0-502E-A17A-9097-C04470E60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AFA14-5206-2F97-C33A-78CF37E01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86FC-6BBA-4A3D-90F6-B26D017033B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712FC-EF13-369A-382F-BA7D2C1E3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D039C-40D0-EEB9-3035-A735EBCCD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E0DD-AECD-4532-A54B-F1AE06325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961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561A3-CFBE-0530-9D3E-5A38FD1F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C4BCA-AB3D-0BA7-A4AF-506ACC44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46C78-FF35-5D1B-81B5-C11B99DA5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86FC-6BBA-4A3D-90F6-B26D017033B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D9C1F-D277-4401-7E14-DF34530EC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43ACF-0D66-BA10-A777-6CFEC9F37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E0DD-AECD-4532-A54B-F1AE06325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531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49815-B018-2C8D-4445-118150925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F113A-2D2E-4FF7-8B9C-E8DF3984E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5BF58-D790-DC41-E8B9-69B5E45F8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86FC-6BBA-4A3D-90F6-B26D017033B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C2EB3-0EDD-51A6-65EB-B5C0BD46D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BF7E8-384E-93F3-BCFC-44EAE297A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E0DD-AECD-4532-A54B-F1AE06325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39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14E81-20D1-60C9-86AB-180FAEA59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94708-D347-1049-6776-A73DCB4BB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4A8163-1018-21A6-990C-71D86B1E8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B4D2D-F978-58D4-1272-F8EAF5ACB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86FC-6BBA-4A3D-90F6-B26D017033B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EC574-FAAD-4F0B-353B-A1C8D7807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0D8A4-7BE8-73AD-2C06-7B99E70A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E0DD-AECD-4532-A54B-F1AE06325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9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4B4D2-7C32-B154-5C08-922898B78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3163C-E4BB-1F9B-735A-54138A994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50329F-66E4-DFF5-B0CA-1B048C3D2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A511CB-55C3-35C6-1104-E38C3EE0B4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35880D-F067-9634-9982-D5BDF8252D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C1BC55-CD5B-CC57-9CB6-397E4F207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86FC-6BBA-4A3D-90F6-B26D017033B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2745A4-CA11-B9EC-4E36-F16376BD2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E80D7-C6D9-112E-BAA3-A830F50EB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E0DD-AECD-4532-A54B-F1AE06325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768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0634B-C8AA-FDCF-8105-6AC7775D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0B8A09-FF84-FCB5-A948-A7F190B9B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86FC-6BBA-4A3D-90F6-B26D017033B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34F9A1-3A7E-BD63-B45F-BC0668642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4ECB36-6850-F49B-8955-70D2F87AF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E0DD-AECD-4532-A54B-F1AE06325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054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10E0B8-3384-3F24-919E-4D0A34022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86FC-6BBA-4A3D-90F6-B26D017033B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0D7DE2-B576-F2F6-0687-8AF64CF14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9C73C-8FA0-1324-038F-F0897FEDD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E0DD-AECD-4532-A54B-F1AE06325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658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550F8-6E77-0811-FEBC-C958C5DE3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93BC3-0BE3-0AA3-0599-9322A8F0A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6BA918-4163-6102-BDF1-F901D778AE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CF4B3-4FB9-A06F-E057-A0BAB83A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86FC-6BBA-4A3D-90F6-B26D017033B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5ABEA-B650-55CF-FACB-BB85472E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10434-CC25-22E2-C85F-0CB858584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E0DD-AECD-4532-A54B-F1AE06325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14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D9542-9924-CDA2-BACA-88B9736A4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B39BE6-E603-F401-ACD4-BAAA480A8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58372A-24DA-8E4E-4050-7C87AD603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4A8E0-B837-83F7-7A36-5C1DEA1EF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86FC-6BBA-4A3D-90F6-B26D017033B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3D265-991A-ABF5-1C52-3A42C288A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B4F86-4EB2-EBCC-28DB-AD943221E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E0DD-AECD-4532-A54B-F1AE06325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93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79D33-32AA-4D5F-FA1D-9A921BF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41AA2-68BC-74CC-79F8-27B1369BB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24312-15C7-46AD-0183-22B1075B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86FC-6BBA-4A3D-90F6-B26D017033B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B654A-B096-4107-0427-CAEC0199C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05098-55F4-4D76-1FF9-49F3CBDA4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E0DD-AECD-4532-A54B-F1AE06325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281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419CEF-10CF-2AB3-CB05-2C8CFFBF26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89D4E-B8A0-4727-8701-663280A90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0668E-FD90-5C52-398A-46727FF93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86FC-6BBA-4A3D-90F6-B26D017033B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C5815-99E1-AE4A-B246-D5AEF0B29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0D4CA-9BF2-1B2F-6591-27A7B339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7E0DD-AECD-4532-A54B-F1AE06325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034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40EE7D-0DD7-CA65-5D4B-94503EA92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59138-A789-2AA9-FCF5-F20C824FB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9C9A7-12C2-72C2-52B2-987953CEDE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686FC-6BBA-4A3D-90F6-B26D017033B8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D11A3-30F0-97D3-BF57-022591C205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B8BC9-F7E2-8025-9E19-4CDA8E114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7E0DD-AECD-4532-A54B-F1AE06325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755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E8C20B-5CC1-B833-0E27-C7D97A4D6A22}"/>
              </a:ext>
            </a:extLst>
          </p:cNvPr>
          <p:cNvSpPr txBox="1"/>
          <p:nvPr/>
        </p:nvSpPr>
        <p:spPr>
          <a:xfrm>
            <a:off x="3227195" y="90435"/>
            <a:ext cx="57376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PHYSICS  MENTARA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3F5268E-2A7C-D105-A4FF-263851B5629C}"/>
              </a:ext>
            </a:extLst>
          </p:cNvPr>
          <p:cNvCxnSpPr/>
          <p:nvPr/>
        </p:nvCxnSpPr>
        <p:spPr>
          <a:xfrm>
            <a:off x="2743200" y="859876"/>
            <a:ext cx="667210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48D0316-15EA-9917-6F81-3C23319E7F5F}"/>
              </a:ext>
            </a:extLst>
          </p:cNvPr>
          <p:cNvSpPr/>
          <p:nvPr/>
        </p:nvSpPr>
        <p:spPr>
          <a:xfrm>
            <a:off x="0" y="1818752"/>
            <a:ext cx="7084088" cy="5039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31C2C9-F7AC-AB9D-466F-A11229A9310C}"/>
              </a:ext>
            </a:extLst>
          </p:cNvPr>
          <p:cNvSpPr txBox="1"/>
          <p:nvPr/>
        </p:nvSpPr>
        <p:spPr>
          <a:xfrm>
            <a:off x="2270927" y="1929283"/>
            <a:ext cx="254223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Curriculum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D2DB25-5027-9339-611A-7F70D6865141}"/>
              </a:ext>
            </a:extLst>
          </p:cNvPr>
          <p:cNvSpPr txBox="1"/>
          <p:nvPr/>
        </p:nvSpPr>
        <p:spPr>
          <a:xfrm>
            <a:off x="180870" y="3647552"/>
            <a:ext cx="37781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-IBDP</a:t>
            </a:r>
          </a:p>
          <a:p>
            <a:r>
              <a:rPr lang="en-IN" sz="2400" dirty="0"/>
              <a:t>-ICSE</a:t>
            </a:r>
          </a:p>
          <a:p>
            <a:r>
              <a:rPr lang="en-IN" sz="2400" dirty="0"/>
              <a:t>-</a:t>
            </a:r>
          </a:p>
          <a:p>
            <a:r>
              <a:rPr lang="en-IN" sz="2400" dirty="0"/>
              <a:t>-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15EDCBB-2624-DCFC-3616-1D1B2A7BF540}"/>
              </a:ext>
            </a:extLst>
          </p:cNvPr>
          <p:cNvCxnSpPr>
            <a:cxnSpLocks/>
          </p:cNvCxnSpPr>
          <p:nvPr/>
        </p:nvCxnSpPr>
        <p:spPr>
          <a:xfrm flipH="1">
            <a:off x="7084088" y="3918857"/>
            <a:ext cx="66319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25BC6E7-D4D3-2E1E-6434-1130FC0CEC57}"/>
              </a:ext>
            </a:extLst>
          </p:cNvPr>
          <p:cNvSpPr txBox="1"/>
          <p:nvPr/>
        </p:nvSpPr>
        <p:spPr>
          <a:xfrm>
            <a:off x="7747279" y="3734191"/>
            <a:ext cx="376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Editable</a:t>
            </a:r>
          </a:p>
        </p:txBody>
      </p:sp>
    </p:spTree>
    <p:extLst>
      <p:ext uri="{BB962C8B-B14F-4D97-AF65-F5344CB8AC3E}">
        <p14:creationId xmlns:p14="http://schemas.microsoft.com/office/powerpoint/2010/main" val="3443236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52E7C4-2559-9E5F-2C7A-3A612DCFEDCB}"/>
              </a:ext>
            </a:extLst>
          </p:cNvPr>
          <p:cNvSpPr/>
          <p:nvPr/>
        </p:nvSpPr>
        <p:spPr>
          <a:xfrm>
            <a:off x="0" y="0"/>
            <a:ext cx="12192000" cy="683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LOGO                  PYQ                 Test Series                 Flashcard                       High Yield       ---             ---                  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89E5390-B616-E98F-93AA-E9F53D35D4C8}"/>
              </a:ext>
            </a:extLst>
          </p:cNvPr>
          <p:cNvCxnSpPr>
            <a:cxnSpLocks/>
          </p:cNvCxnSpPr>
          <p:nvPr/>
        </p:nvCxnSpPr>
        <p:spPr>
          <a:xfrm flipV="1">
            <a:off x="10570866" y="422031"/>
            <a:ext cx="0" cy="8943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A259413-8268-C3EE-523D-28451CDFF446}"/>
              </a:ext>
            </a:extLst>
          </p:cNvPr>
          <p:cNvSpPr txBox="1"/>
          <p:nvPr/>
        </p:nvSpPr>
        <p:spPr>
          <a:xfrm>
            <a:off x="9827288" y="1242200"/>
            <a:ext cx="1848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Add new link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D5B6B0-F60F-2A46-B2BC-A79935F01D5F}"/>
              </a:ext>
            </a:extLst>
          </p:cNvPr>
          <p:cNvSpPr/>
          <p:nvPr/>
        </p:nvSpPr>
        <p:spPr>
          <a:xfrm>
            <a:off x="90435" y="3657598"/>
            <a:ext cx="2743200" cy="16881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Test Series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62C262-F447-454C-798A-33C4EE47A1D9}"/>
              </a:ext>
            </a:extLst>
          </p:cNvPr>
          <p:cNvSpPr/>
          <p:nvPr/>
        </p:nvSpPr>
        <p:spPr>
          <a:xfrm>
            <a:off x="3116663" y="3657598"/>
            <a:ext cx="2743200" cy="16881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PYQ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2275180-386D-6F28-6839-6398E078C186}"/>
              </a:ext>
            </a:extLst>
          </p:cNvPr>
          <p:cNvSpPr/>
          <p:nvPr/>
        </p:nvSpPr>
        <p:spPr>
          <a:xfrm>
            <a:off x="6142891" y="3657598"/>
            <a:ext cx="2743200" cy="16881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---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AB3980-1BDF-7B63-D44A-A895E9BF7FB6}"/>
              </a:ext>
            </a:extLst>
          </p:cNvPr>
          <p:cNvSpPr/>
          <p:nvPr/>
        </p:nvSpPr>
        <p:spPr>
          <a:xfrm>
            <a:off x="9199266" y="3657597"/>
            <a:ext cx="2743200" cy="16881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Add new Column</a:t>
            </a:r>
          </a:p>
        </p:txBody>
      </p:sp>
    </p:spTree>
    <p:extLst>
      <p:ext uri="{BB962C8B-B14F-4D97-AF65-F5344CB8AC3E}">
        <p14:creationId xmlns:p14="http://schemas.microsoft.com/office/powerpoint/2010/main" val="362184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1E3C1C-A757-ACF6-A155-3594FE232687}"/>
              </a:ext>
            </a:extLst>
          </p:cNvPr>
          <p:cNvSpPr txBox="1"/>
          <p:nvPr/>
        </p:nvSpPr>
        <p:spPr>
          <a:xfrm>
            <a:off x="4659086" y="0"/>
            <a:ext cx="2873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>
                <a:solidFill>
                  <a:schemeClr val="accent1">
                    <a:lumMod val="75000"/>
                  </a:schemeClr>
                </a:solidFill>
              </a:rPr>
              <a:t>Admin Panel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5206C7-2601-2F6E-58D2-2B451794F7AB}"/>
              </a:ext>
            </a:extLst>
          </p:cNvPr>
          <p:cNvSpPr/>
          <p:nvPr/>
        </p:nvSpPr>
        <p:spPr>
          <a:xfrm>
            <a:off x="-1" y="4664825"/>
            <a:ext cx="11234057" cy="2193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29378D-8EBB-788B-19D9-6CA1641120E4}"/>
              </a:ext>
            </a:extLst>
          </p:cNvPr>
          <p:cNvSpPr txBox="1"/>
          <p:nvPr/>
        </p:nvSpPr>
        <p:spPr>
          <a:xfrm>
            <a:off x="7642597" y="3508648"/>
            <a:ext cx="2975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Editable (File/Folder)</a:t>
            </a:r>
          </a:p>
        </p:txBody>
      </p:sp>
      <p:sp>
        <p:nvSpPr>
          <p:cNvPr id="5" name="Rectangle: Single Corner Snipped 4">
            <a:extLst>
              <a:ext uri="{FF2B5EF4-FFF2-40B4-BE49-F238E27FC236}">
                <a16:creationId xmlns:a16="http://schemas.microsoft.com/office/drawing/2014/main" id="{813605DB-5AE3-D5B6-F0F3-31FC64A41EB6}"/>
              </a:ext>
            </a:extLst>
          </p:cNvPr>
          <p:cNvSpPr/>
          <p:nvPr/>
        </p:nvSpPr>
        <p:spPr>
          <a:xfrm>
            <a:off x="311499" y="1294841"/>
            <a:ext cx="713433" cy="523220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78D304BA-6C54-CE86-C10B-C1FB7B7372E9}"/>
              </a:ext>
            </a:extLst>
          </p:cNvPr>
          <p:cNvSpPr/>
          <p:nvPr/>
        </p:nvSpPr>
        <p:spPr>
          <a:xfrm>
            <a:off x="311498" y="1977776"/>
            <a:ext cx="713433" cy="523220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F938DA9B-B3BF-1DD1-B733-D7B8F34D9977}"/>
              </a:ext>
            </a:extLst>
          </p:cNvPr>
          <p:cNvSpPr/>
          <p:nvPr/>
        </p:nvSpPr>
        <p:spPr>
          <a:xfrm>
            <a:off x="311497" y="2660711"/>
            <a:ext cx="713433" cy="523220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67401C-FBA4-6861-9C00-0DCD6B68CA45}"/>
              </a:ext>
            </a:extLst>
          </p:cNvPr>
          <p:cNvCxnSpPr>
            <a:endCxn id="5" idx="0"/>
          </p:cNvCxnSpPr>
          <p:nvPr/>
        </p:nvCxnSpPr>
        <p:spPr>
          <a:xfrm flipH="1">
            <a:off x="1024932" y="1556451"/>
            <a:ext cx="582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314081-E32F-0DFC-5588-633BF02C3E1E}"/>
              </a:ext>
            </a:extLst>
          </p:cNvPr>
          <p:cNvCxnSpPr/>
          <p:nvPr/>
        </p:nvCxnSpPr>
        <p:spPr>
          <a:xfrm flipH="1">
            <a:off x="1024930" y="2239386"/>
            <a:ext cx="582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70DFC1F-C50B-93BE-2004-95EA46AD9ACA}"/>
              </a:ext>
            </a:extLst>
          </p:cNvPr>
          <p:cNvCxnSpPr/>
          <p:nvPr/>
        </p:nvCxnSpPr>
        <p:spPr>
          <a:xfrm flipH="1">
            <a:off x="1024928" y="2922321"/>
            <a:ext cx="582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8595FE3-1C35-47A1-FBB9-C3CF984641F9}"/>
              </a:ext>
            </a:extLst>
          </p:cNvPr>
          <p:cNvSpPr txBox="1"/>
          <p:nvPr/>
        </p:nvSpPr>
        <p:spPr>
          <a:xfrm>
            <a:off x="1929284" y="1294841"/>
            <a:ext cx="4059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Create folder for </a:t>
            </a:r>
            <a:r>
              <a:rPr lang="en-IN" dirty="0">
                <a:highlight>
                  <a:srgbClr val="FFFF00"/>
                </a:highlight>
              </a:rPr>
              <a:t>main topic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19C617-EDD9-E2CD-7BF9-A7CE14B97C02}"/>
              </a:ext>
            </a:extLst>
          </p:cNvPr>
          <p:cNvSpPr txBox="1"/>
          <p:nvPr/>
        </p:nvSpPr>
        <p:spPr>
          <a:xfrm>
            <a:off x="1929284" y="2054720"/>
            <a:ext cx="4059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Create folder for </a:t>
            </a:r>
            <a:r>
              <a:rPr lang="en-IN" dirty="0">
                <a:highlight>
                  <a:srgbClr val="FFFF00"/>
                </a:highlight>
              </a:rPr>
              <a:t>sub topic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605E48-9442-DBA7-9FB1-534A145C08EB}"/>
              </a:ext>
            </a:extLst>
          </p:cNvPr>
          <p:cNvSpPr/>
          <p:nvPr/>
        </p:nvSpPr>
        <p:spPr>
          <a:xfrm>
            <a:off x="1738361" y="2538177"/>
            <a:ext cx="2863780" cy="76828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Create Exam/paper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E644B615-2D83-4BBD-BAAA-D541EA55B478}"/>
              </a:ext>
            </a:extLst>
          </p:cNvPr>
          <p:cNvSpPr/>
          <p:nvPr/>
        </p:nvSpPr>
        <p:spPr>
          <a:xfrm>
            <a:off x="4953831" y="2524806"/>
            <a:ext cx="361741" cy="797578"/>
          </a:xfrm>
          <a:prstGeom prst="rightBrace">
            <a:avLst>
              <a:gd name="adj1" fmla="val 25000"/>
              <a:gd name="adj2" fmla="val 5629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A5E954-249E-7B49-C889-817B4A35E891}"/>
              </a:ext>
            </a:extLst>
          </p:cNvPr>
          <p:cNvSpPr txBox="1"/>
          <p:nvPr/>
        </p:nvSpPr>
        <p:spPr>
          <a:xfrm>
            <a:off x="5315572" y="2810347"/>
            <a:ext cx="1798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CURD Operation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A373DF92-B89E-6332-E240-ED5510DB15AD}"/>
              </a:ext>
            </a:extLst>
          </p:cNvPr>
          <p:cNvCxnSpPr>
            <a:cxnSpLocks/>
            <a:endCxn id="7" idx="1"/>
          </p:cNvCxnSpPr>
          <p:nvPr/>
        </p:nvCxnSpPr>
        <p:spPr>
          <a:xfrm rot="10800000">
            <a:off x="668214" y="3183932"/>
            <a:ext cx="939518" cy="49014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D795A54-7024-459F-AAD7-A8495E014004}"/>
              </a:ext>
            </a:extLst>
          </p:cNvPr>
          <p:cNvSpPr txBox="1"/>
          <p:nvPr/>
        </p:nvSpPr>
        <p:spPr>
          <a:xfrm>
            <a:off x="1607732" y="3474776"/>
            <a:ext cx="1798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Add Questions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611E1F-389C-B8AD-BE01-877EACB257DF}"/>
              </a:ext>
            </a:extLst>
          </p:cNvPr>
          <p:cNvSpPr/>
          <p:nvPr/>
        </p:nvSpPr>
        <p:spPr>
          <a:xfrm>
            <a:off x="-1" y="3992215"/>
            <a:ext cx="2230741" cy="52450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Upload to Student View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10DFA06-D4B8-B310-0600-191399D89D44}"/>
              </a:ext>
            </a:extLst>
          </p:cNvPr>
          <p:cNvCxnSpPr/>
          <p:nvPr/>
        </p:nvCxnSpPr>
        <p:spPr>
          <a:xfrm flipV="1">
            <a:off x="668213" y="3748035"/>
            <a:ext cx="0" cy="244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ADDE9A9F-6D71-053C-615A-354ED9A8DBC6}"/>
              </a:ext>
            </a:extLst>
          </p:cNvPr>
          <p:cNvSpPr/>
          <p:nvPr/>
        </p:nvSpPr>
        <p:spPr>
          <a:xfrm>
            <a:off x="2029774" y="4333344"/>
            <a:ext cx="150725" cy="142096"/>
          </a:xfrm>
          <a:prstGeom prst="ellipse">
            <a:avLst/>
          </a:prstGeom>
          <a:solidFill>
            <a:srgbClr val="3BE5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481E8B-3194-ABCF-33C7-5315CF62851D}"/>
              </a:ext>
            </a:extLst>
          </p:cNvPr>
          <p:cNvSpPr/>
          <p:nvPr/>
        </p:nvSpPr>
        <p:spPr>
          <a:xfrm>
            <a:off x="-1" y="4675150"/>
            <a:ext cx="981396" cy="2441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8012C6-9113-129F-965D-9424753ED44F}"/>
              </a:ext>
            </a:extLst>
          </p:cNvPr>
          <p:cNvSpPr txBox="1"/>
          <p:nvPr/>
        </p:nvSpPr>
        <p:spPr>
          <a:xfrm>
            <a:off x="173338" y="5051780"/>
            <a:ext cx="1798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u="sng" dirty="0"/>
              <a:t>Exam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2F9365-CB33-297E-3154-3101743B6224}"/>
              </a:ext>
            </a:extLst>
          </p:cNvPr>
          <p:cNvSpPr/>
          <p:nvPr/>
        </p:nvSpPr>
        <p:spPr>
          <a:xfrm>
            <a:off x="188404" y="5622345"/>
            <a:ext cx="959618" cy="2781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IBDP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D9CBC34-0675-8191-8929-E8DD179473C9}"/>
              </a:ext>
            </a:extLst>
          </p:cNvPr>
          <p:cNvCxnSpPr>
            <a:cxnSpLocks/>
          </p:cNvCxnSpPr>
          <p:nvPr/>
        </p:nvCxnSpPr>
        <p:spPr>
          <a:xfrm>
            <a:off x="1148022" y="5774480"/>
            <a:ext cx="39187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0F9567A-7A33-ED76-B541-E476510E8ED2}"/>
              </a:ext>
            </a:extLst>
          </p:cNvPr>
          <p:cNvSpPr/>
          <p:nvPr/>
        </p:nvSpPr>
        <p:spPr>
          <a:xfrm>
            <a:off x="1858105" y="5495220"/>
            <a:ext cx="1417658" cy="25273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Physics HL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77D2E31-0833-878E-387A-A2556AA9779B}"/>
              </a:ext>
            </a:extLst>
          </p:cNvPr>
          <p:cNvSpPr/>
          <p:nvPr/>
        </p:nvSpPr>
        <p:spPr>
          <a:xfrm>
            <a:off x="1858105" y="5769694"/>
            <a:ext cx="1417658" cy="25273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Physics SL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12858A2-9557-A3A4-F0D2-E70E6F3AD3E8}"/>
              </a:ext>
            </a:extLst>
          </p:cNvPr>
          <p:cNvCxnSpPr>
            <a:cxnSpLocks/>
          </p:cNvCxnSpPr>
          <p:nvPr/>
        </p:nvCxnSpPr>
        <p:spPr>
          <a:xfrm>
            <a:off x="3406387" y="5779861"/>
            <a:ext cx="39187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3C564C75-2D02-DD32-6B12-85A49213A384}"/>
              </a:ext>
            </a:extLst>
          </p:cNvPr>
          <p:cNvSpPr/>
          <p:nvPr/>
        </p:nvSpPr>
        <p:spPr>
          <a:xfrm>
            <a:off x="3840138" y="5556300"/>
            <a:ext cx="2255862" cy="2527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Py Question Bank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7E55A19-ACD7-6134-770B-DC18735FBC85}"/>
              </a:ext>
            </a:extLst>
          </p:cNvPr>
          <p:cNvSpPr/>
          <p:nvPr/>
        </p:nvSpPr>
        <p:spPr>
          <a:xfrm>
            <a:off x="3840138" y="5809034"/>
            <a:ext cx="2255862" cy="2527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Py Revision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A18F09-531F-D29A-9C4C-E6B516716283}"/>
              </a:ext>
            </a:extLst>
          </p:cNvPr>
          <p:cNvSpPr/>
          <p:nvPr/>
        </p:nvSpPr>
        <p:spPr>
          <a:xfrm>
            <a:off x="3840138" y="6061768"/>
            <a:ext cx="2255862" cy="2527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Py </a:t>
            </a:r>
            <a:r>
              <a:rPr lang="en-IN" dirty="0" err="1">
                <a:solidFill>
                  <a:schemeClr val="tx1"/>
                </a:solidFill>
              </a:rPr>
              <a:t>Quize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0A8492B-BC1D-22C9-7775-163A8E2005B7}"/>
              </a:ext>
            </a:extLst>
          </p:cNvPr>
          <p:cNvCxnSpPr>
            <a:cxnSpLocks/>
          </p:cNvCxnSpPr>
          <p:nvPr/>
        </p:nvCxnSpPr>
        <p:spPr>
          <a:xfrm>
            <a:off x="6214899" y="5809034"/>
            <a:ext cx="39187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B266E2F-4089-52FE-0324-6DFA306DBA13}"/>
              </a:ext>
            </a:extLst>
          </p:cNvPr>
          <p:cNvSpPr/>
          <p:nvPr/>
        </p:nvSpPr>
        <p:spPr>
          <a:xfrm>
            <a:off x="6725677" y="5556300"/>
            <a:ext cx="2255862" cy="2527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Motion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9516FA9-3404-F587-E15A-ED00C457C607}"/>
              </a:ext>
            </a:extLst>
          </p:cNvPr>
          <p:cNvSpPr/>
          <p:nvPr/>
        </p:nvSpPr>
        <p:spPr>
          <a:xfrm>
            <a:off x="6725677" y="5809034"/>
            <a:ext cx="2255862" cy="2527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Force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2885A18-1F61-926E-6E76-471BE33DD2E1}"/>
              </a:ext>
            </a:extLst>
          </p:cNvPr>
          <p:cNvSpPr/>
          <p:nvPr/>
        </p:nvSpPr>
        <p:spPr>
          <a:xfrm>
            <a:off x="6725677" y="6061768"/>
            <a:ext cx="2255862" cy="25273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Waves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DA114AF-9536-5263-7853-0961DF2D43DC}"/>
              </a:ext>
            </a:extLst>
          </p:cNvPr>
          <p:cNvCxnSpPr>
            <a:cxnSpLocks/>
          </p:cNvCxnSpPr>
          <p:nvPr/>
        </p:nvCxnSpPr>
        <p:spPr>
          <a:xfrm>
            <a:off x="9130596" y="3992215"/>
            <a:ext cx="0" cy="6672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D41ED9C-A3AB-5F5C-85D6-B3D6CDFB2FA4}"/>
              </a:ext>
            </a:extLst>
          </p:cNvPr>
          <p:cNvSpPr txBox="1"/>
          <p:nvPr/>
        </p:nvSpPr>
        <p:spPr>
          <a:xfrm>
            <a:off x="152400" y="724021"/>
            <a:ext cx="6973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* Like File/folder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587256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</Words>
  <Application>Microsoft Office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kumar</dc:creator>
  <cp:lastModifiedBy>Aditya kumar</cp:lastModifiedBy>
  <cp:revision>1</cp:revision>
  <dcterms:created xsi:type="dcterms:W3CDTF">2025-11-27T16:05:56Z</dcterms:created>
  <dcterms:modified xsi:type="dcterms:W3CDTF">2025-11-27T16:06:55Z</dcterms:modified>
</cp:coreProperties>
</file>