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AC5-8B49-24CF-55CB-3497F5A5E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FE9B6-528A-7C9B-24A4-538B8B5C8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06BC-08AB-1FDE-AA2A-1F0072C4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B8FF6-3DC4-D5BE-3095-1A41D0B74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033DA-3CF7-BE8A-E032-E1F01A16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84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B51F-2727-24B1-7148-1834F8ED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A455F-6D5E-FAE6-2F27-50C1CEA11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F91BA-B942-9F64-EFEC-3A042927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4C479-1B31-3281-EB5F-BF2946F60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E0A82-E297-AD26-D994-0802E03E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5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D06E-C4D9-3CD8-B76A-C36C4257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202FF-82F0-D2D6-23F6-82825D77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E43A9-B6F5-389D-72B3-B8B81408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09649-4F47-5D7D-59D2-2AEBC6DA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5E872-0841-51E0-0945-10B85203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48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FF30-EA86-5E03-D28F-229FBA14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111F6-58C6-7B6C-C6D5-6CD1CE2AB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EEF15-9AD5-9C2E-9FE8-EF2F442C1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906C5-6AAA-AE8A-9FE1-8FE3AC54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9E658-B227-10DF-5DB5-30481480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DD31F-D61E-18DF-430F-21257FAE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96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CEEC-CD9C-1CDD-07FF-8FE41E37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41CC1-02BD-BD56-1FB9-ECACEDFF7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7E59F-F7F0-FD0B-8A37-D5C72E30A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A69E9-C98D-427B-9F31-D95B2A9B4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199A4-3922-F8E3-C05D-96FBC3537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896D2-6F8D-6163-4046-AE4DCFDDA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BF3EA1-E70F-774D-1A25-0770570C2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598FE-00E5-334E-218F-6C2223FA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74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A7D0-89CB-281F-4FD3-38129335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9C3D1-C0E5-B947-A141-25DC6379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09E4A-4148-4B59-FD12-4126D34AD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AA5A8-955D-6926-1A4D-4D6E18D8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02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4AADC-00A5-7C88-B4B0-2FC37AB11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D0E17-F714-266E-D0F1-D025C5C6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7BB38-F92E-28FE-2491-E7074D84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81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25A6-E923-439C-7A6B-6FF8C9C2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07859-F32E-9BCA-720F-26A8DF93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57C61-848E-2849-7D3C-BCAC05005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FFB7B-DA28-B85A-1859-CDE30DA4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1F1BF-A837-DA78-059E-B94B9FD7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B7487-8EB0-C8B5-4EFF-6AC50865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19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696D-6CAC-A14F-7A3F-55D617A9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20236-F507-E416-6A36-FE6AFC547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2B5F3-BB7B-141E-9AC3-8F9E955B4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32F3B-70DD-A829-1677-1EF83D3A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F004B-CAFA-18E0-1399-EC1F367B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002B1-3C32-8E0A-EE92-834A7105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6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04B55-EC84-B588-2043-122E351F6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DEE8B-9CC4-9446-9A6D-51D04F5E4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52BF4-64E0-B07F-C763-1C54318B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FC73E-0856-F4F0-1097-01229670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723F9-D2C6-F554-1508-3B465F08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87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16E90-6F50-2B56-881C-2CCFBC0D1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6505A-668C-11D1-E522-A6478E12E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425F4-3D8C-0602-6383-25723F17B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7BB8C-7529-D4F3-19C5-F9E073D1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87753-8C2E-5F9C-4AE2-4994061CB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3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B55268-4501-7B96-BFFF-44CDED03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46D98-E079-2E39-5295-21CDCA3DD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975B3-91A7-FE0B-95A2-C2A940197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62344-7E80-47DC-AFF6-265A3E97B6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34895-0DC7-BAC6-60D9-9831CE24F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56501-A3AC-FA70-A1CF-F56DFB1A8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9799A-95B0-458B-BEB9-937865601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49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BB625-A4AA-05B3-4122-A4958CB36742}"/>
              </a:ext>
            </a:extLst>
          </p:cNvPr>
          <p:cNvSpPr txBox="1"/>
          <p:nvPr/>
        </p:nvSpPr>
        <p:spPr>
          <a:xfrm>
            <a:off x="4372707" y="190919"/>
            <a:ext cx="34465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u="sng" dirty="0">
                <a:solidFill>
                  <a:schemeClr val="tx2">
                    <a:lumMod val="75000"/>
                  </a:schemeClr>
                </a:solidFill>
              </a:rPr>
              <a:t>IB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5D06E-D86C-8488-2A67-2EA7C64FC0B3}"/>
              </a:ext>
            </a:extLst>
          </p:cNvPr>
          <p:cNvSpPr txBox="1"/>
          <p:nvPr/>
        </p:nvSpPr>
        <p:spPr>
          <a:xfrm>
            <a:off x="2734825" y="2131114"/>
            <a:ext cx="67223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tx2">
                    <a:lumMod val="75000"/>
                  </a:schemeClr>
                </a:solidFill>
              </a:rPr>
              <a:t>IB Diploma Program</a:t>
            </a:r>
          </a:p>
          <a:p>
            <a:pPr algn="ctr"/>
            <a:r>
              <a:rPr lang="en-IN" sz="4000" dirty="0">
                <a:solidFill>
                  <a:schemeClr val="tx2">
                    <a:lumMod val="75000"/>
                  </a:schemeClr>
                </a:solidFill>
              </a:rPr>
              <a:t>E- Learning web Application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114A0-14A2-9086-8C51-4378E1749488}"/>
              </a:ext>
            </a:extLst>
          </p:cNvPr>
          <p:cNvSpPr txBox="1"/>
          <p:nvPr/>
        </p:nvSpPr>
        <p:spPr>
          <a:xfrm>
            <a:off x="4372707" y="3661142"/>
            <a:ext cx="5836418" cy="1695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Theme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– Dark with 3 to 5 colours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Design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– Apple Website </a:t>
            </a:r>
          </a:p>
        </p:txBody>
      </p:sp>
    </p:spTree>
    <p:extLst>
      <p:ext uri="{BB962C8B-B14F-4D97-AF65-F5344CB8AC3E}">
        <p14:creationId xmlns:p14="http://schemas.microsoft.com/office/powerpoint/2010/main" val="668724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0DB656-2409-C1A5-1787-EDA656BC5262}"/>
              </a:ext>
            </a:extLst>
          </p:cNvPr>
          <p:cNvSpPr txBox="1"/>
          <p:nvPr/>
        </p:nvSpPr>
        <p:spPr>
          <a:xfrm>
            <a:off x="113043" y="78100"/>
            <a:ext cx="106621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/>
              <a:t>IBDP Physics Overview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Two levels: </a:t>
            </a:r>
            <a:r>
              <a:rPr lang="en-US" sz="2400" b="1" dirty="0"/>
              <a:t>SL (Standard Level)</a:t>
            </a:r>
            <a:r>
              <a:rPr lang="en-US" sz="2400" dirty="0"/>
              <a:t> and </a:t>
            </a:r>
            <a:r>
              <a:rPr lang="en-US" sz="2400" b="1" dirty="0"/>
              <a:t>HL (Higher Level)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HL covers </a:t>
            </a:r>
            <a:r>
              <a:rPr lang="en-US" sz="2400" b="1" dirty="0"/>
              <a:t>more depth + additional topics</a:t>
            </a:r>
            <a:r>
              <a:rPr lang="en-US" sz="2400" dirty="0"/>
              <a:t> beyond SL.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Both assessed through </a:t>
            </a:r>
            <a:r>
              <a:rPr lang="en-US" sz="2400" b="1" dirty="0"/>
              <a:t>3 papers</a:t>
            </a:r>
            <a:r>
              <a:rPr lang="en-US" sz="2400" dirty="0"/>
              <a:t> (Paper 1, 2, 3).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3792E4-1D9A-8BCC-2C2B-B7C0B1A5C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448500"/>
              </p:ext>
            </p:extLst>
          </p:nvPr>
        </p:nvGraphicFramePr>
        <p:xfrm>
          <a:off x="113043" y="2286000"/>
          <a:ext cx="10515600" cy="2286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088555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329687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445420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9775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Paper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Marks &amp; Focus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Question Style (10 words)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94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Paper 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MCQs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Core (SL) / Core + AHL (HL)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Multiple-choice only; no calculator.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47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Paper 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Core (SL) / Core + AHL (HL) +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 + long structured questions.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422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Paper 3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Practical + 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Data-based + Option 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Experimental data + option topic questions.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367854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FBCCB3-851E-BB57-9EC4-3A3715025918}"/>
              </a:ext>
            </a:extLst>
          </p:cNvPr>
          <p:cNvCxnSpPr/>
          <p:nvPr/>
        </p:nvCxnSpPr>
        <p:spPr>
          <a:xfrm>
            <a:off x="0" y="2200588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DF0063-2E02-1B1D-7150-895A44658C1D}"/>
              </a:ext>
            </a:extLst>
          </p:cNvPr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6832B1-3D22-9361-B819-4C51F9222DB9}"/>
              </a:ext>
            </a:extLst>
          </p:cNvPr>
          <p:cNvCxnSpPr>
            <a:cxnSpLocks/>
          </p:cNvCxnSpPr>
          <p:nvPr/>
        </p:nvCxnSpPr>
        <p:spPr>
          <a:xfrm>
            <a:off x="0" y="2642716"/>
            <a:ext cx="1219200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6F927F-B101-CCBD-751A-ECDF87FDAFA4}"/>
              </a:ext>
            </a:extLst>
          </p:cNvPr>
          <p:cNvCxnSpPr/>
          <p:nvPr/>
        </p:nvCxnSpPr>
        <p:spPr>
          <a:xfrm>
            <a:off x="1647930" y="2200589"/>
            <a:ext cx="0" cy="2371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59583A-2257-EF6D-B061-A464FA7D5220}"/>
              </a:ext>
            </a:extLst>
          </p:cNvPr>
          <p:cNvCxnSpPr/>
          <p:nvPr/>
        </p:nvCxnSpPr>
        <p:spPr>
          <a:xfrm>
            <a:off x="4875126" y="2200588"/>
            <a:ext cx="0" cy="2371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A3E6E4-E421-B845-88F8-0321BE090366}"/>
              </a:ext>
            </a:extLst>
          </p:cNvPr>
          <p:cNvCxnSpPr/>
          <p:nvPr/>
        </p:nvCxnSpPr>
        <p:spPr>
          <a:xfrm>
            <a:off x="7971694" y="2200588"/>
            <a:ext cx="0" cy="2371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20543CC-4A0B-3084-0B05-DC4863745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109835"/>
              </p:ext>
            </p:extLst>
          </p:nvPr>
        </p:nvGraphicFramePr>
        <p:xfrm>
          <a:off x="0" y="4928715"/>
          <a:ext cx="10515600" cy="1005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488385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128857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24186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Variant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Region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 (10 words)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51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1A / 1B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version for different time zones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Identical difficulty, different questions for security.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320905"/>
                  </a:ext>
                </a:extLst>
              </a:tr>
            </a:tbl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CF52C9-888B-19C5-B5C1-09BD3379490D}"/>
              </a:ext>
            </a:extLst>
          </p:cNvPr>
          <p:cNvCxnSpPr>
            <a:cxnSpLocks/>
          </p:cNvCxnSpPr>
          <p:nvPr/>
        </p:nvCxnSpPr>
        <p:spPr>
          <a:xfrm>
            <a:off x="0" y="5297155"/>
            <a:ext cx="1219200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053BB1-169C-E9D4-DB68-531CCAAA0005}"/>
              </a:ext>
            </a:extLst>
          </p:cNvPr>
          <p:cNvCxnSpPr>
            <a:cxnSpLocks/>
          </p:cNvCxnSpPr>
          <p:nvPr/>
        </p:nvCxnSpPr>
        <p:spPr>
          <a:xfrm>
            <a:off x="1647930" y="4571999"/>
            <a:ext cx="0" cy="1362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0B162C-DE7D-93BD-0B91-D485BDDC4F64}"/>
              </a:ext>
            </a:extLst>
          </p:cNvPr>
          <p:cNvCxnSpPr>
            <a:cxnSpLocks/>
          </p:cNvCxnSpPr>
          <p:nvPr/>
        </p:nvCxnSpPr>
        <p:spPr>
          <a:xfrm>
            <a:off x="6782637" y="4571999"/>
            <a:ext cx="0" cy="1362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5F9B920-2DF5-6445-EB4D-7C1293057F96}"/>
              </a:ext>
            </a:extLst>
          </p:cNvPr>
          <p:cNvCxnSpPr/>
          <p:nvPr/>
        </p:nvCxnSpPr>
        <p:spPr>
          <a:xfrm>
            <a:off x="0" y="5946278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2A5F89-A714-8696-8743-1D81E9593911}"/>
              </a:ext>
            </a:extLst>
          </p:cNvPr>
          <p:cNvCxnSpPr/>
          <p:nvPr/>
        </p:nvCxnSpPr>
        <p:spPr>
          <a:xfrm>
            <a:off x="0" y="464401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84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D4C352-C0CE-C0D1-B417-BEAE77F02B3B}"/>
              </a:ext>
            </a:extLst>
          </p:cNvPr>
          <p:cNvSpPr txBox="1"/>
          <p:nvPr/>
        </p:nvSpPr>
        <p:spPr>
          <a:xfrm>
            <a:off x="0" y="0"/>
            <a:ext cx="7895492" cy="4180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en-IN" sz="2800" b="1" u="sng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endParaRPr lang="en-IN" sz="2800" b="1" u="sng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2">
                    <a:lumMod val="75000"/>
                  </a:schemeClr>
                </a:solidFill>
              </a:rPr>
              <a:t>SL</a:t>
            </a: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 = foundation + core understanding.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2">
                    <a:lumMod val="75000"/>
                  </a:schemeClr>
                </a:solidFill>
              </a:rPr>
              <a:t>HL</a:t>
            </a: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 = deeper concepts + more data handling.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2">
                    <a:lumMod val="75000"/>
                  </a:schemeClr>
                </a:solidFill>
              </a:rPr>
              <a:t>Paper 1:</a:t>
            </a: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 MCQs.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2">
                    <a:lumMod val="75000"/>
                  </a:schemeClr>
                </a:solidFill>
              </a:rPr>
              <a:t>Paper 2:</a:t>
            </a: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 Structured numerical + conceptual.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2">
                    <a:lumMod val="75000"/>
                  </a:schemeClr>
                </a:solidFill>
              </a:rPr>
              <a:t>Paper 3:</a:t>
            </a: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 Data analysis + option topic. </a:t>
            </a:r>
          </a:p>
        </p:txBody>
      </p:sp>
    </p:spTree>
    <p:extLst>
      <p:ext uri="{BB962C8B-B14F-4D97-AF65-F5344CB8AC3E}">
        <p14:creationId xmlns:p14="http://schemas.microsoft.com/office/powerpoint/2010/main" val="367918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E19611-2FD4-6F56-3B1E-8C735911E02F}"/>
              </a:ext>
            </a:extLst>
          </p:cNvPr>
          <p:cNvSpPr txBox="1"/>
          <p:nvPr/>
        </p:nvSpPr>
        <p:spPr>
          <a:xfrm>
            <a:off x="0" y="0"/>
            <a:ext cx="1183695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chemeClr val="tx2">
                    <a:lumMod val="75000"/>
                  </a:schemeClr>
                </a:solidFill>
              </a:rPr>
              <a:t>Teck Stack</a:t>
            </a:r>
          </a:p>
          <a:p>
            <a:endParaRPr lang="en-IN" sz="2800" u="sng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Backend : Django(Python)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Frontend : HTML, CSS, JavaScript, AJAX        *Should include (React, NodeJS)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Database : PostgreSQL</a:t>
            </a:r>
          </a:p>
          <a:p>
            <a:endParaRPr lang="en-IN" sz="2800" u="sng" dirty="0">
              <a:solidFill>
                <a:schemeClr val="tx2">
                  <a:lumMod val="75000"/>
                </a:schemeClr>
              </a:solidFill>
            </a:endParaRPr>
          </a:p>
          <a:p>
            <a:endParaRPr lang="en-IN" sz="2800" u="sng" dirty="0">
              <a:solidFill>
                <a:schemeClr val="tx2">
                  <a:lumMod val="75000"/>
                </a:schemeClr>
              </a:solidFill>
            </a:endParaRPr>
          </a:p>
          <a:p>
            <a:endParaRPr lang="en-IN" sz="2800" u="sng" dirty="0">
              <a:solidFill>
                <a:schemeClr val="tx2">
                  <a:lumMod val="75000"/>
                </a:schemeClr>
              </a:solidFill>
            </a:endParaRPr>
          </a:p>
          <a:p>
            <a:endParaRPr lang="en-IN" sz="2800" u="sng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05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16C40-A05B-E669-3356-C3C68035AC8B}"/>
              </a:ext>
            </a:extLst>
          </p:cNvPr>
          <p:cNvSpPr txBox="1"/>
          <p:nvPr/>
        </p:nvSpPr>
        <p:spPr>
          <a:xfrm>
            <a:off x="0" y="0"/>
            <a:ext cx="11224009" cy="668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chemeClr val="tx2">
                    <a:lumMod val="75000"/>
                  </a:schemeClr>
                </a:solidFill>
              </a:rPr>
              <a:t>Features</a:t>
            </a: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Personalize Dashboard (Student, Teacher)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Past paper : Auto timer, Student Answer Upload System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Result : Student paper Evaluation, upload score, feedback, Student review/analyse Marks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Subject Focus : Physics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Notification : WhatsApp/Email integration, upcoming questions, new questions, marks uploaded, and Reminder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Leaderboard : Gamification (Ranking of Students)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Freemium : Test Series, Past Papers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Analyse Student Performance : Teacher Analyse/Track Student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Website Providing :  Test Series, Past Papers, Quizzes </a:t>
            </a:r>
          </a:p>
        </p:txBody>
      </p:sp>
    </p:spTree>
    <p:extLst>
      <p:ext uri="{BB962C8B-B14F-4D97-AF65-F5344CB8AC3E}">
        <p14:creationId xmlns:p14="http://schemas.microsoft.com/office/powerpoint/2010/main" val="1649357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313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1</cp:revision>
  <dcterms:created xsi:type="dcterms:W3CDTF">2025-10-25T18:06:56Z</dcterms:created>
  <dcterms:modified xsi:type="dcterms:W3CDTF">2025-10-25T18:08:24Z</dcterms:modified>
</cp:coreProperties>
</file>